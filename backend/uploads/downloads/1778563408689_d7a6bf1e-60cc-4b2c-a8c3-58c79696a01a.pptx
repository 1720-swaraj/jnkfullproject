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3" r:id="rId1"/>
  </p:sldMasterIdLst>
  <p:notesMasterIdLst>
    <p:notesMasterId r:id="rId12"/>
  </p:notesMasterIdLst>
  <p:sldIdLst>
    <p:sldId id="256" r:id="rId2"/>
    <p:sldId id="257" r:id="rId3"/>
    <p:sldId id="268" r:id="rId4"/>
    <p:sldId id="261" r:id="rId5"/>
    <p:sldId id="262" r:id="rId6"/>
    <p:sldId id="263" r:id="rId7"/>
    <p:sldId id="264" r:id="rId8"/>
    <p:sldId id="265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CC0099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329" autoAdjust="0"/>
  </p:normalViewPr>
  <p:slideViewPr>
    <p:cSldViewPr snapToGrid="0">
      <p:cViewPr>
        <p:scale>
          <a:sx n="53" d="100"/>
          <a:sy n="53" d="100"/>
        </p:scale>
        <p:origin x="4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98732-63F8-4EC2-B2D8-A66FC3AAF2D6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BFF3D-7DC1-4245-8337-2B19A59347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8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BFF3D-7DC1-4245-8337-2B19A593472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94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9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32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47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07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7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02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472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087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49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49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3170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7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9471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551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65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01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7AE12-ADCE-43D8-A98E-1EFB6E4C544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725AE3B-F483-483C-A5A6-0B0782F5C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10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  <p:sldLayoutId id="2147483995" r:id="rId12"/>
    <p:sldLayoutId id="2147483996" r:id="rId13"/>
    <p:sldLayoutId id="2147483997" r:id="rId14"/>
    <p:sldLayoutId id="2147483998" r:id="rId15"/>
    <p:sldLayoutId id="21474839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295E5-A138-1D89-2747-FCFFF03E7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848" y="174186"/>
            <a:ext cx="7415985" cy="402197"/>
          </a:xfrm>
        </p:spPr>
        <p:txBody>
          <a:bodyPr>
            <a:noAutofit/>
          </a:bodyPr>
          <a:lstStyle/>
          <a:p>
            <a:pPr algn="ctr"/>
            <a:r>
              <a:rPr lang="mr-IN" sz="1800" b="1" dirty="0">
                <a:solidFill>
                  <a:srgbClr val="FF0000"/>
                </a:solidFill>
              </a:rPr>
              <a:t>खेड तालुका शिक्षण प्रसारक मंडळाचे ,</a:t>
            </a:r>
            <a:endParaRPr lang="en-IN" sz="1800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CEA00-2DE6-51F8-53AE-3E9C7635C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328" y="598351"/>
            <a:ext cx="11853672" cy="5744322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algn="ctr"/>
            <a:r>
              <a:rPr lang="mr-IN" sz="4000" b="1" dirty="0">
                <a:solidFill>
                  <a:srgbClr val="FF3399"/>
                </a:solidFill>
              </a:rPr>
              <a:t>       </a:t>
            </a:r>
            <a:r>
              <a:rPr lang="mr-IN" sz="5100" b="1" dirty="0">
                <a:solidFill>
                  <a:schemeClr val="tx1"/>
                </a:solidFill>
              </a:rPr>
              <a:t>साहेबरावजी बुट्टेपाटील महाविद्यालय  </a:t>
            </a:r>
          </a:p>
          <a:p>
            <a:pPr algn="ctr"/>
            <a:r>
              <a:rPr lang="mr-IN" sz="3200" dirty="0">
                <a:solidFill>
                  <a:srgbClr val="FF0000"/>
                </a:solidFill>
              </a:rPr>
              <a:t>राजगुरूनगर ता. खेड.जि.पुणे </a:t>
            </a:r>
          </a:p>
          <a:p>
            <a:pPr algn="ctr"/>
            <a:r>
              <a:rPr lang="mr-IN" sz="3200" dirty="0">
                <a:solidFill>
                  <a:srgbClr val="FF0000"/>
                </a:solidFill>
              </a:rPr>
              <a:t> तृतीय वर्ष वाणिज्य 2025-26 </a:t>
            </a:r>
          </a:p>
          <a:p>
            <a:pPr algn="ctr"/>
            <a:r>
              <a:rPr lang="mr-IN" sz="3200" dirty="0">
                <a:solidFill>
                  <a:srgbClr val="FF0000"/>
                </a:solidFill>
              </a:rPr>
              <a:t>सत्र –v </a:t>
            </a:r>
          </a:p>
          <a:p>
            <a:pPr algn="ctr"/>
            <a:r>
              <a:rPr lang="mr-IN" sz="4000" b="1" dirty="0">
                <a:solidFill>
                  <a:srgbClr val="002060"/>
                </a:solidFill>
              </a:rPr>
              <a:t> </a:t>
            </a:r>
            <a:r>
              <a:rPr lang="mr-IN" sz="5100" dirty="0">
                <a:solidFill>
                  <a:srgbClr val="002060"/>
                </a:solidFill>
              </a:rPr>
              <a:t>आंतरवासिता कार्यक्रम </a:t>
            </a:r>
            <a:endParaRPr lang="mr-IN" sz="5100" dirty="0" smtClean="0">
              <a:solidFill>
                <a:srgbClr val="002060"/>
              </a:solidFill>
            </a:endParaRPr>
          </a:p>
          <a:p>
            <a:pPr algn="ctr"/>
            <a:endParaRPr lang="mr-IN" sz="4000" b="1" dirty="0" smtClean="0">
              <a:solidFill>
                <a:srgbClr val="002060"/>
              </a:solidFill>
            </a:endParaRPr>
          </a:p>
          <a:p>
            <a:pPr algn="ctr"/>
            <a:r>
              <a:rPr lang="mr-IN" sz="4400" b="1" dirty="0" smtClean="0">
                <a:solidFill>
                  <a:schemeClr val="tx1"/>
                </a:solidFill>
              </a:rPr>
              <a:t>नाव: </a:t>
            </a:r>
            <a:r>
              <a:rPr lang="mr-IN" sz="4400" dirty="0">
                <a:solidFill>
                  <a:schemeClr val="tx1"/>
                </a:solidFill>
              </a:rPr>
              <a:t>श्रेया धनंजय </a:t>
            </a:r>
            <a:r>
              <a:rPr lang="mr-IN" sz="4400" dirty="0" smtClean="0">
                <a:solidFill>
                  <a:schemeClr val="tx1"/>
                </a:solidFill>
              </a:rPr>
              <a:t>तळेकर</a:t>
            </a:r>
            <a:endParaRPr lang="en-US" sz="4400" dirty="0" smtClean="0">
              <a:solidFill>
                <a:schemeClr val="tx1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b="1" dirty="0" smtClean="0">
                <a:solidFill>
                  <a:schemeClr val="tx1"/>
                </a:solidFill>
              </a:rPr>
              <a:t>     </a:t>
            </a:r>
            <a:r>
              <a:rPr lang="mr-IN" sz="4400" b="1" dirty="0" smtClean="0">
                <a:solidFill>
                  <a:schemeClr val="tx1"/>
                </a:solidFill>
              </a:rPr>
              <a:t> हजेरी</a:t>
            </a:r>
            <a:r>
              <a:rPr lang="mr-IN" sz="4400" b="1" dirty="0">
                <a:solidFill>
                  <a:schemeClr val="tx1"/>
                </a:solidFill>
              </a:rPr>
              <a:t>: ९६</a:t>
            </a:r>
            <a:r>
              <a:rPr lang="en-US" sz="4400" dirty="0" smtClean="0">
                <a:solidFill>
                  <a:schemeClr val="tx1"/>
                </a:solidFill>
              </a:rPr>
              <a:t>                      </a:t>
            </a:r>
            <a:r>
              <a:rPr lang="mr-IN" sz="4400" b="1" dirty="0" smtClean="0">
                <a:solidFill>
                  <a:schemeClr val="tx1"/>
                </a:solidFill>
              </a:rPr>
              <a:t> </a:t>
            </a:r>
            <a:r>
              <a:rPr lang="mr-IN" sz="4400" dirty="0" smtClean="0">
                <a:solidFill>
                  <a:schemeClr val="bg1"/>
                </a:solidFill>
              </a:rPr>
              <a:t>87</a:t>
            </a:r>
            <a:r>
              <a:rPr lang="mr-IN" sz="4400" b="1" dirty="0" smtClean="0">
                <a:solidFill>
                  <a:schemeClr val="bg1"/>
                </a:solidFill>
              </a:rPr>
              <a:t> </a:t>
            </a:r>
            <a:endParaRPr lang="en-US" sz="4400" b="1" dirty="0" smtClean="0">
              <a:solidFill>
                <a:schemeClr val="bg1"/>
              </a:solidFill>
            </a:endParaRPr>
          </a:p>
          <a:p>
            <a:pPr algn="just"/>
            <a:r>
              <a:rPr lang="en-US" sz="4500" b="1" dirty="0" smtClean="0">
                <a:solidFill>
                  <a:schemeClr val="tx1"/>
                </a:solidFill>
              </a:rPr>
              <a:t>                                      </a:t>
            </a:r>
            <a:r>
              <a:rPr lang="mr-IN" sz="4500" b="1" dirty="0" smtClean="0">
                <a:solidFill>
                  <a:schemeClr val="tx1"/>
                </a:solidFill>
              </a:rPr>
              <a:t>परीक्षा</a:t>
            </a:r>
            <a:r>
              <a:rPr lang="mr-IN" sz="4500" b="1" dirty="0">
                <a:solidFill>
                  <a:schemeClr val="tx1"/>
                </a:solidFill>
              </a:rPr>
              <a:t>:</a:t>
            </a:r>
            <a:r>
              <a:rPr lang="en-US" sz="4500" b="1" dirty="0">
                <a:solidFill>
                  <a:schemeClr val="tx1"/>
                </a:solidFill>
              </a:rPr>
              <a:t>               </a:t>
            </a:r>
            <a:endParaRPr lang="mr-IN" sz="4500" b="1" dirty="0">
              <a:solidFill>
                <a:schemeClr val="tx1"/>
              </a:solidFill>
            </a:endParaRPr>
          </a:p>
          <a:p>
            <a:pPr algn="ctr"/>
            <a:r>
              <a:rPr lang="mr-IN" sz="4400" b="1" dirty="0">
                <a:solidFill>
                  <a:schemeClr val="tx1"/>
                </a:solidFill>
              </a:rPr>
              <a:t>    </a:t>
            </a:r>
            <a:r>
              <a:rPr lang="en-US" sz="4400" b="1" dirty="0">
                <a:solidFill>
                  <a:schemeClr val="tx1"/>
                </a:solidFill>
              </a:rPr>
              <a:t>          </a:t>
            </a:r>
            <a:r>
              <a:rPr lang="en-US" sz="4400" b="1" dirty="0" smtClean="0">
                <a:solidFill>
                  <a:schemeClr val="tx1"/>
                </a:solidFill>
              </a:rPr>
              <a:t>   </a:t>
            </a:r>
            <a:r>
              <a:rPr lang="mr-IN" sz="4400" b="1" dirty="0" smtClean="0">
                <a:solidFill>
                  <a:schemeClr val="tx1"/>
                </a:solidFill>
              </a:rPr>
              <a:t>विषय</a:t>
            </a:r>
            <a:r>
              <a:rPr lang="mr-IN" sz="4400" b="1" dirty="0">
                <a:solidFill>
                  <a:schemeClr val="tx1"/>
                </a:solidFill>
              </a:rPr>
              <a:t>: </a:t>
            </a:r>
            <a:r>
              <a:rPr lang="mr-IN" sz="4400" dirty="0">
                <a:solidFill>
                  <a:schemeClr val="tx1"/>
                </a:solidFill>
              </a:rPr>
              <a:t>विपणन आणि व्यवस्थापण || &amp;||| </a:t>
            </a:r>
            <a:endParaRPr lang="en-US" sz="4400" dirty="0">
              <a:solidFill>
                <a:schemeClr val="tx1"/>
              </a:solidFill>
            </a:endParaRPr>
          </a:p>
          <a:p>
            <a:pPr algn="just"/>
            <a:r>
              <a:rPr lang="en-US" sz="4400" b="1" dirty="0">
                <a:solidFill>
                  <a:schemeClr val="tx1"/>
                </a:solidFill>
              </a:rPr>
              <a:t>           </a:t>
            </a:r>
            <a:r>
              <a:rPr lang="mr-IN" sz="4400" b="1" dirty="0">
                <a:solidFill>
                  <a:schemeClr val="tx1"/>
                </a:solidFill>
              </a:rPr>
              <a:t> विषय शिक्षिकाचे नाव : </a:t>
            </a:r>
            <a:r>
              <a:rPr lang="mr-IN" sz="4400" dirty="0">
                <a:solidFill>
                  <a:schemeClr val="tx1"/>
                </a:solidFill>
              </a:rPr>
              <a:t>ए.एच.इनामदार </a:t>
            </a:r>
            <a:r>
              <a:rPr lang="mr-IN" sz="4400" dirty="0">
                <a:solidFill>
                  <a:schemeClr val="bg1"/>
                </a:solidFill>
              </a:rPr>
              <a:t> </a:t>
            </a:r>
          </a:p>
          <a:p>
            <a:pPr algn="just"/>
            <a:r>
              <a:rPr lang="mr-IN" sz="4400" dirty="0">
                <a:solidFill>
                  <a:schemeClr val="bg1"/>
                </a:solidFill>
              </a:rPr>
              <a:t> </a:t>
            </a:r>
            <a:endParaRPr lang="en-IN" sz="4400" dirty="0">
              <a:solidFill>
                <a:schemeClr val="bg1"/>
              </a:solidFill>
            </a:endParaRPr>
          </a:p>
        </p:txBody>
      </p:sp>
      <p:pic>
        <p:nvPicPr>
          <p:cNvPr id="4" name="Image 10">
            <a:extLst>
              <a:ext uri="{FF2B5EF4-FFF2-40B4-BE49-F238E27FC236}">
                <a16:creationId xmlns:a16="http://schemas.microsoft.com/office/drawing/2014/main" id="{E82F129C-0BE2-2950-63F3-60D4E5C4CE35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60152" y="1069848"/>
            <a:ext cx="1562227" cy="2004822"/>
          </a:xfrm>
          <a:prstGeom prst="rect">
            <a:avLst/>
          </a:prstGeom>
        </p:spPr>
      </p:pic>
      <p:pic>
        <p:nvPicPr>
          <p:cNvPr id="5" name="Image 9">
            <a:extLst>
              <a:ext uri="{FF2B5EF4-FFF2-40B4-BE49-F238E27FC236}">
                <a16:creationId xmlns:a16="http://schemas.microsoft.com/office/drawing/2014/main" id="{F24005AA-5D24-7F2B-7F86-D37B10CB2EB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3268" y="1069848"/>
            <a:ext cx="1400060" cy="200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41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9026-1254-320F-9141-7A27F7FB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mr-IN" b="1" dirty="0"/>
              <a:t>आंतरवासिता प्रदान करणाऱ्या संस्थेचा तपशील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FAAED-74BA-C201-88E8-2CC634B62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421" y="1973720"/>
            <a:ext cx="10515600" cy="43630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mr-IN" sz="2400" b="1" dirty="0">
                <a:solidFill>
                  <a:srgbClr val="002060"/>
                </a:solidFill>
              </a:rPr>
              <a:t> संस्थेचे नाव </a:t>
            </a:r>
            <a:r>
              <a:rPr lang="mr-IN" sz="2400" dirty="0"/>
              <a:t>:</a:t>
            </a:r>
            <a:r>
              <a:rPr lang="en-US" sz="2400" dirty="0"/>
              <a:t>  </a:t>
            </a:r>
            <a:r>
              <a:rPr lang="hi-IN" sz="2400" dirty="0"/>
              <a:t>कुलस्वामिनी दूध डेअरी 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mr-IN" sz="2400" b="1" dirty="0" smtClean="0">
                <a:solidFill>
                  <a:srgbClr val="002060"/>
                </a:solidFill>
              </a:rPr>
              <a:t>पत्ता</a:t>
            </a:r>
            <a:r>
              <a:rPr lang="mr-IN" sz="2400" dirty="0" smtClean="0"/>
              <a:t> </a:t>
            </a:r>
            <a:r>
              <a:rPr lang="mr-IN" sz="2400" dirty="0"/>
              <a:t>: </a:t>
            </a:r>
            <a:r>
              <a:rPr lang="hi-IN" sz="2400" dirty="0"/>
              <a:t>पेठ ता आंबेगाव जी पुणे 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mr-IN" sz="2400" b="1" dirty="0" smtClean="0">
                <a:solidFill>
                  <a:srgbClr val="002060"/>
                </a:solidFill>
              </a:rPr>
              <a:t>दूरध्वनी </a:t>
            </a:r>
            <a:r>
              <a:rPr lang="mr-IN" sz="2400" b="1" dirty="0">
                <a:solidFill>
                  <a:srgbClr val="002060"/>
                </a:solidFill>
              </a:rPr>
              <a:t>क्रमांक </a:t>
            </a:r>
            <a:r>
              <a:rPr lang="mr-IN" sz="2400" b="1" dirty="0"/>
              <a:t>:</a:t>
            </a:r>
            <a:r>
              <a:rPr lang="mr-IN" sz="2400" b="1" dirty="0">
                <a:solidFill>
                  <a:srgbClr val="002060"/>
                </a:solidFill>
              </a:rPr>
              <a:t> </a:t>
            </a:r>
            <a:r>
              <a:rPr lang="en-US" sz="2400" dirty="0"/>
              <a:t>7020012274</a:t>
            </a:r>
            <a:r>
              <a:rPr lang="mr-IN" sz="2400" dirty="0" smtClean="0">
                <a:solidFill>
                  <a:schemeClr val="tx1"/>
                </a:solidFill>
              </a:rPr>
              <a:t> </a:t>
            </a:r>
            <a:endParaRPr lang="mr-IN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  </a:t>
            </a:r>
            <a:r>
              <a:rPr lang="mr-IN" sz="2400" b="1" dirty="0" smtClean="0">
                <a:solidFill>
                  <a:srgbClr val="002060"/>
                </a:solidFill>
              </a:rPr>
              <a:t>ई </a:t>
            </a:r>
            <a:r>
              <a:rPr lang="mr-IN" sz="2400" b="1" dirty="0">
                <a:solidFill>
                  <a:srgbClr val="002060"/>
                </a:solidFill>
              </a:rPr>
              <a:t>मेल </a:t>
            </a:r>
            <a:r>
              <a:rPr lang="mr-IN" sz="2400" dirty="0"/>
              <a:t>: </a:t>
            </a:r>
            <a:r>
              <a:rPr lang="en-IN" sz="2400" dirty="0" smtClean="0"/>
              <a:t>chandudhumal4195</a:t>
            </a:r>
            <a:r>
              <a:rPr lang="en-IN" sz="2400" dirty="0" smtClean="0"/>
              <a:t>@gmail.com</a:t>
            </a:r>
            <a:endParaRPr lang="mr-IN" sz="2400" dirty="0"/>
          </a:p>
          <a:p>
            <a:pPr marL="0" indent="0">
              <a:buNone/>
            </a:pPr>
            <a:endParaRPr lang="mr-IN" sz="3600" dirty="0"/>
          </a:p>
        </p:txBody>
      </p:sp>
    </p:spTree>
    <p:extLst>
      <p:ext uri="{BB962C8B-B14F-4D97-AF65-F5344CB8AC3E}">
        <p14:creationId xmlns:p14="http://schemas.microsoft.com/office/powerpoint/2010/main" val="117685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D056-EE76-89B3-6433-75A61568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r-IN" b="1" dirty="0"/>
              <a:t>६० तास कामाचे विभाजन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3B438-8E91-2D9B-01B7-1574BC46A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mr-IN" b="1" dirty="0"/>
              <a:t>प्रारंभ तारीख  :०१/०२/२०२६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mr-IN" b="1" dirty="0"/>
              <a:t> कामाचे तास :४ तास,६० तास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mr-IN" b="1" dirty="0"/>
              <a:t> कामाची वेळ : </a:t>
            </a:r>
            <a:r>
              <a:rPr lang="mr-IN" b="1" dirty="0"/>
              <a:t>८ ते ११</a:t>
            </a:r>
            <a:r>
              <a:rPr lang="mr-IN" b="1" dirty="0" smtClean="0"/>
              <a:t> </a:t>
            </a:r>
            <a:r>
              <a:rPr lang="mr-IN" b="1" dirty="0"/>
              <a:t>,४ तास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mr-IN" b="1" dirty="0"/>
              <a:t> शेवटची तारीख : </a:t>
            </a:r>
            <a:r>
              <a:rPr lang="mr-IN" b="1" dirty="0"/>
              <a:t>१५ /</a:t>
            </a:r>
            <a:r>
              <a:rPr lang="mr-IN" b="1" dirty="0" smtClean="0"/>
              <a:t>२/२०२६ </a:t>
            </a:r>
            <a:endParaRPr lang="mr-IN" b="1" dirty="0"/>
          </a:p>
          <a:p>
            <a:pPr>
              <a:buFont typeface="Wingdings" panose="05000000000000000000" pitchFamily="2" charset="2"/>
              <a:buChar char="v"/>
            </a:pPr>
            <a:r>
              <a:rPr lang="mr-IN" b="1" dirty="0"/>
              <a:t> कामाचे दिवस :१५ दिवस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088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A66E-85C7-4644-638B-76E0547B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309" y="62411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mr-IN" sz="2800" b="1" dirty="0"/>
              <a:t>व्यवसायाचे स्वरूप 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D020-AA67-3B6E-CBC8-38741256F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336" y="1905000"/>
            <a:ext cx="12192000" cy="3616325"/>
          </a:xfrm>
        </p:spPr>
        <p:txBody>
          <a:bodyPr numCol="2"/>
          <a:lstStyle/>
          <a:p>
            <a:pPr marL="0" indent="0">
              <a:buNone/>
            </a:pPr>
            <a:endParaRPr lang="mr-IN" sz="2800" dirty="0"/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400" dirty="0"/>
              <a:t>ग्राहकांच्या आवडीनिवडीचा विचार करणे              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400" dirty="0"/>
              <a:t> खरेदी विक्रीचा अंदाज घेणे   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400" dirty="0"/>
              <a:t> ग्राहकांचे समाधानाचा विचार करणे 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400" dirty="0"/>
              <a:t> नवनवीन गोष्टीचा अंदाज घेणे </a:t>
            </a:r>
          </a:p>
          <a:p>
            <a:pPr marL="0" indent="0">
              <a:buNone/>
            </a:pPr>
            <a:endParaRPr lang="mr-IN" dirty="0"/>
          </a:p>
        </p:txBody>
      </p:sp>
    </p:spTree>
    <p:extLst>
      <p:ext uri="{BB962C8B-B14F-4D97-AF65-F5344CB8AC3E}">
        <p14:creationId xmlns:p14="http://schemas.microsoft.com/office/powerpoint/2010/main" val="195839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DB87-FBC8-B572-5EC2-48D5409B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mr-IN" sz="2800" b="1" dirty="0"/>
              <a:t>आंतरवासिता प्रदान करणाऱ्या संस्थेचा  तपशील 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2AB20-DA4B-7F99-566A-3C8270D17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133600"/>
            <a:ext cx="9584372" cy="3777622"/>
          </a:xfrm>
        </p:spPr>
        <p:txBody>
          <a:bodyPr>
            <a:normAutofit/>
          </a:bodyPr>
          <a:lstStyle/>
          <a:p>
            <a:pPr algn="ctr">
              <a:buFont typeface="Wingdings" panose="05000000000000000000" pitchFamily="2" charset="2"/>
              <a:buChar char="v"/>
            </a:pPr>
            <a:r>
              <a:rPr lang="mr-IN" sz="2400" b="1" dirty="0" smtClean="0"/>
              <a:t>संस्थेचे नाव </a:t>
            </a:r>
            <a:r>
              <a:rPr lang="mr-IN" sz="2400" dirty="0" smtClean="0"/>
              <a:t>: </a:t>
            </a:r>
            <a:r>
              <a:rPr lang="hi-IN" sz="2400" dirty="0"/>
              <a:t>कुलस्वामिनी दूध डेअरी </a:t>
            </a:r>
            <a:endParaRPr lang="en-US" sz="2400" dirty="0"/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400" b="1" dirty="0" smtClean="0"/>
              <a:t>संस्थापक:</a:t>
            </a:r>
            <a:r>
              <a:rPr lang="mr-IN" sz="2400" dirty="0"/>
              <a:t> चंद्रकांत </a:t>
            </a:r>
            <a:r>
              <a:rPr lang="mr-IN" sz="2400" dirty="0" smtClean="0"/>
              <a:t>धुमाळ</a:t>
            </a:r>
            <a:endParaRPr lang="en-US" sz="2400" dirty="0" smtClean="0"/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400" b="1" dirty="0" smtClean="0"/>
              <a:t>नोंदणी </a:t>
            </a:r>
            <a:r>
              <a:rPr lang="mr-IN" sz="2400" b="1" dirty="0"/>
              <a:t>क्रमांक </a:t>
            </a:r>
            <a:r>
              <a:rPr lang="mr-IN" sz="2400" dirty="0"/>
              <a:t>: 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400" b="1" dirty="0"/>
              <a:t>कामगार संख्या </a:t>
            </a:r>
            <a:r>
              <a:rPr lang="mr-IN" sz="2400" dirty="0"/>
              <a:t>: ५ </a:t>
            </a:r>
          </a:p>
          <a:p>
            <a:pPr marL="0" indent="0">
              <a:buNone/>
            </a:pPr>
            <a:endParaRPr lang="mr-IN" sz="4000" dirty="0"/>
          </a:p>
          <a:p>
            <a:pPr marL="0" indent="0">
              <a:buNone/>
            </a:pPr>
            <a:endParaRPr lang="mr-IN" sz="4000" dirty="0"/>
          </a:p>
        </p:txBody>
      </p:sp>
    </p:spTree>
    <p:extLst>
      <p:ext uri="{BB962C8B-B14F-4D97-AF65-F5344CB8AC3E}">
        <p14:creationId xmlns:p14="http://schemas.microsoft.com/office/powerpoint/2010/main" val="136469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85D8-61F4-99D7-35D4-BAEEC3160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mr-IN" sz="3200" b="1" dirty="0"/>
              <a:t>आंतरवासिता कार्यक्रमाचे प्रस्तावित परिणाम  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EA547-550D-07B4-36BE-253CC6840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2609620"/>
            <a:ext cx="11658600" cy="3450613"/>
          </a:xfrm>
        </p:spPr>
        <p:txBody>
          <a:bodyPr>
            <a:normAutofit/>
          </a:bodyPr>
          <a:lstStyle/>
          <a:p>
            <a:pPr algn="ctr">
              <a:buFont typeface="Wingdings" panose="05000000000000000000" pitchFamily="2" charset="2"/>
              <a:buChar char="v"/>
            </a:pPr>
            <a:r>
              <a:rPr lang="mr-IN" sz="3600" dirty="0"/>
              <a:t> </a:t>
            </a:r>
            <a:r>
              <a:rPr lang="mr-IN" sz="2800" dirty="0"/>
              <a:t>आंतरवासिता कार्यक्रमामुळे मौल्यवान कार्य अनुभव प्रदान झाला.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800" dirty="0"/>
              <a:t> वस्तूचे व्यवस्थापन कशाप्रकारे केले पाहिजे.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800" dirty="0"/>
              <a:t> वस्तूंची विक्री करण्याचे कौशल्य प्राप्त झाले.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0102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2DB7-0776-BB24-A805-108C71B0E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mr-IN" sz="3200" b="1" dirty="0"/>
              <a:t>कौशल्य संपादित करण्याची यादी 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D9BE-EEA5-E271-ECF2-A689773C1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Font typeface="Wingdings" panose="05000000000000000000" pitchFamily="2" charset="2"/>
              <a:buChar char="v"/>
            </a:pPr>
            <a:r>
              <a:rPr lang="mr-IN" sz="2800" dirty="0"/>
              <a:t> काळजीपूर्वक वस्तु तपासणे 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800" dirty="0"/>
              <a:t> कामांमध्ये चांगले वर्तन ठेवणे 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800" dirty="0"/>
              <a:t> एकजुटीने काम करणे 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800" dirty="0"/>
              <a:t> व्यवस्थापकीय कौशल्य वाढविणे 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2800" dirty="0"/>
              <a:t> वस्तूंचे खरेदी विक्री करणे संवाद कौशल्य वाढविणे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1087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EE4C-58C7-2CE6-7982-0AC6F1C70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501990"/>
            <a:ext cx="8761413" cy="1061634"/>
          </a:xfrm>
        </p:spPr>
        <p:txBody>
          <a:bodyPr>
            <a:noAutofit/>
          </a:bodyPr>
          <a:lstStyle/>
          <a:p>
            <a:pPr algn="ctr"/>
            <a:r>
              <a:rPr lang="mr-IN" sz="3200" dirty="0"/>
              <a:t>आंतरवासिता प्रदान करणाऱ्या संस्थेसह प्राथमिक चर्चेचा तपशील 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6B9F7-AF5A-870D-075A-3DF75DDCA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347" y="2518430"/>
            <a:ext cx="11802653" cy="4250360"/>
          </a:xfrm>
        </p:spPr>
        <p:txBody>
          <a:bodyPr>
            <a:noAutofit/>
          </a:bodyPr>
          <a:lstStyle/>
          <a:p>
            <a:pPr algn="ctr">
              <a:buFont typeface="Wingdings" panose="05000000000000000000" pitchFamily="2" charset="2"/>
              <a:buChar char="v"/>
            </a:pPr>
            <a:r>
              <a:rPr lang="mr-IN" sz="4000" dirty="0"/>
              <a:t> </a:t>
            </a:r>
            <a:r>
              <a:rPr lang="mr-IN" sz="3200" dirty="0"/>
              <a:t>पहिल्या भेटीची तारीख – २७/८/२०२५ 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mr-IN" sz="3200" dirty="0"/>
              <a:t> अधिकाऱ्यांचे नाव – </a:t>
            </a:r>
            <a:r>
              <a:rPr lang="mr-IN" sz="3200" dirty="0"/>
              <a:t>चंद्रकांत धुमाळ</a:t>
            </a:r>
            <a:endParaRPr lang="mr-IN" sz="3200" dirty="0"/>
          </a:p>
          <a:p>
            <a:pPr marL="0" indent="0" algn="ctr">
              <a:buNone/>
            </a:pPr>
            <a:r>
              <a:rPr lang="mr-IN" sz="3200" dirty="0"/>
              <a:t>       मला आंतरवासिता प्रदान करणाऱ्या संस्थेमुळे आंतरवासित अधिकारी किरानामाल होलसेल मुळे प्राप्त झाला .  </a:t>
            </a:r>
          </a:p>
        </p:txBody>
      </p:sp>
    </p:spTree>
    <p:extLst>
      <p:ext uri="{BB962C8B-B14F-4D97-AF65-F5344CB8AC3E}">
        <p14:creationId xmlns:p14="http://schemas.microsoft.com/office/powerpoint/2010/main" val="334041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EA71-A364-1EE7-20BA-7CE7E702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986" y="859536"/>
            <a:ext cx="9603275" cy="1727547"/>
          </a:xfrm>
        </p:spPr>
        <p:txBody>
          <a:bodyPr>
            <a:noAutofit/>
          </a:bodyPr>
          <a:lstStyle/>
          <a:p>
            <a:pPr algn="ctr"/>
            <a:r>
              <a:rPr lang="mr-IN" sz="2800" b="1" dirty="0"/>
              <a:t>आंतरवासिता क्षेत्रकोर क्षेत्र,विशेष क्षेत्र 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23B37-BB24-014D-DD4F-95A901A7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583020"/>
            <a:ext cx="9603275" cy="3450613"/>
          </a:xfrm>
        </p:spPr>
        <p:txBody>
          <a:bodyPr/>
          <a:lstStyle/>
          <a:p>
            <a:pPr algn="ctr">
              <a:buFont typeface="Wingdings" panose="05000000000000000000" pitchFamily="2" charset="2"/>
              <a:buChar char="v"/>
            </a:pPr>
            <a:r>
              <a:rPr lang="mr-IN" dirty="0"/>
              <a:t> </a:t>
            </a:r>
            <a:r>
              <a:rPr lang="mr-IN" sz="2800" dirty="0"/>
              <a:t>आंतरवासिता कार्यक्रमासाठी निवडलेले क्षेत्र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9086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254C-2C26-12B1-2903-7877C219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810" y="743731"/>
            <a:ext cx="9603275" cy="1049235"/>
          </a:xfrm>
        </p:spPr>
        <p:txBody>
          <a:bodyPr>
            <a:noAutofit/>
          </a:bodyPr>
          <a:lstStyle/>
          <a:p>
            <a:pPr algn="ctr"/>
            <a:r>
              <a:rPr lang="mr-IN" sz="3200" b="1" dirty="0"/>
              <a:t>आभार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9EAAF-FCA7-AAE4-BD18-A2AE8B781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18" y="2407000"/>
            <a:ext cx="9603275" cy="4127893"/>
          </a:xfrm>
        </p:spPr>
        <p:txBody>
          <a:bodyPr>
            <a:noAutofit/>
          </a:bodyPr>
          <a:lstStyle/>
          <a:p>
            <a:pPr algn="ctr">
              <a:buFont typeface="Wingdings" panose="05000000000000000000" pitchFamily="2" charset="2"/>
              <a:buChar char="v"/>
            </a:pPr>
            <a:r>
              <a:rPr lang="mr-IN" sz="3200" dirty="0"/>
              <a:t> </a:t>
            </a:r>
            <a:r>
              <a:rPr lang="mr-IN" sz="2400" dirty="0"/>
              <a:t>मी माझ्या कॉलेजचे प्राचार्य , डॉ.एच.एम. जरे सर तसेच सर्व शिक्षक आणि वाणिज्य विभागाचे प्रमुख डॉ. टी. बी.वेहळे सर आणि मला विपणन व्यवस्थापन ||&amp;||| हा विषय शिकत असताना वेळोवेळी मार्गदर्शन करणाऱ्या विषय शिक्षिका प्रा.ए.एच.इनामदार मॅडम व आंतरवासिता तयार करण्यासाठी मदत केलेल्या संस्थेचे मनापासून आभार व्यक्त करते.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6923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318</TotalTime>
  <Words>319</Words>
  <Application>Microsoft Office PowerPoint</Application>
  <PresentationFormat>Widescreen</PresentationFormat>
  <Paragraphs>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Mangal</vt:lpstr>
      <vt:lpstr>Trebuchet MS</vt:lpstr>
      <vt:lpstr>Wingdings</vt:lpstr>
      <vt:lpstr>Wingdings 3</vt:lpstr>
      <vt:lpstr>Facet</vt:lpstr>
      <vt:lpstr>खेड तालुका शिक्षण प्रसारक मंडळाचे ,</vt:lpstr>
      <vt:lpstr>आंतरवासिता प्रदान करणाऱ्या संस्थेचा तपशील </vt:lpstr>
      <vt:lpstr>६० तास कामाचे विभाजन </vt:lpstr>
      <vt:lpstr>व्यवसायाचे स्वरूप </vt:lpstr>
      <vt:lpstr>आंतरवासिता प्रदान करणाऱ्या संस्थेचा  तपशील </vt:lpstr>
      <vt:lpstr>आंतरवासिता कार्यक्रमाचे प्रस्तावित परिणाम  </vt:lpstr>
      <vt:lpstr>कौशल्य संपादित करण्याची यादी </vt:lpstr>
      <vt:lpstr>आंतरवासिता प्रदान करणाऱ्या संस्थेसह प्राथमिक चर्चेचा तपशील </vt:lpstr>
      <vt:lpstr>आंतरवासिता क्षेत्रकोर क्षेत्र,विशेष क्षेत्र </vt:lpstr>
      <vt:lpstr>आभार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खेड तालुका शिक्षण प्रसारक मंडळाचे ,</dc:title>
  <dc:creator>HP</dc:creator>
  <cp:lastModifiedBy>Admin</cp:lastModifiedBy>
  <cp:revision>15</cp:revision>
  <dcterms:created xsi:type="dcterms:W3CDTF">2025-08-13T05:21:37Z</dcterms:created>
  <dcterms:modified xsi:type="dcterms:W3CDTF">2025-10-10T13:54:52Z</dcterms:modified>
</cp:coreProperties>
</file>